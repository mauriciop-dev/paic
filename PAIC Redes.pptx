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Mauricio Pineda" userId="c7e756c87e1902e4" providerId="LiveId" clId="{BC815025-23A5-4E5B-B84B-7A9DC51BF681}"/>
    <pc:docChg chg="delSld">
      <pc:chgData name="Héctor Mauricio Pineda" userId="c7e756c87e1902e4" providerId="LiveId" clId="{BC815025-23A5-4E5B-B84B-7A9DC51BF681}" dt="2026-09-28T16:04:30.913" v="0" actId="2696"/>
      <pc:docMkLst>
        <pc:docMk/>
      </pc:docMkLst>
      <pc:sldChg chg="del">
        <pc:chgData name="Héctor Mauricio Pineda" userId="c7e756c87e1902e4" providerId="LiveId" clId="{BC815025-23A5-4E5B-B84B-7A9DC51BF681}" dt="2026-09-28T16:04:30.913" v="0" actId="2696"/>
        <pc:sldMkLst>
          <pc:docMk/>
          <pc:sldMk cId="279146625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84AA7-4E96-6E9F-74DF-6CABB99DE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638198-59B1-D03F-7C74-8FDB2AC90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4BC4C1-CFF9-021B-F45D-4DFB6313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12B1D-9BBB-49E6-93C3-053B3E37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B1D585-915D-814E-DAC3-37C4F1F6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736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0E11F-A038-9593-D9A2-BCC0CBCB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A5D582-A4B0-B4C7-E2CF-EFEE5E95F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89A99A-BDFC-27EA-C6D9-AA7238B3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A3C0C7-03C0-5324-8140-927EA55B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EB13C8-EE62-F158-858C-5F47BA2B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71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39B99-849A-9D81-EDB5-E4AF5CB1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1A05EB-425F-0584-35C1-94D45F98A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F4C013-1D29-3769-4291-118E22FB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D6B7A4-17DF-1098-2ECD-9D610C19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0B0FCC-D9B4-3C17-D9FB-435F8B6E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928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CA491-236D-B152-7298-97763BDA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EA5C7-1B35-2AB5-3296-744E3A8BC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024610-933E-FCED-A735-62149CE2B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3D614E-09AA-64F1-04A0-DAD9F1E9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FFAB1-1218-9E0C-1E88-D4995B95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170B9D-3796-488D-A608-073C08E0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11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6BD2E-15BF-D4E5-130D-EFD5FE69A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7FAF97-4895-747F-66DC-55886F31B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290D18-DC12-6B1D-1B2F-F155CFC33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A1C2B1-64C6-D9C3-47F7-81C158967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C323B7-AA05-6185-FC14-AB813736D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24F40A-9FB9-08E5-E3B1-F6DAE5D6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9FA97C-54E1-403C-CB74-16E75A29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6C5278-5B5E-37C2-6AC6-40B2907B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806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A6C8E-E2A8-CDFF-3AD5-A68CB415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D635B8-86EE-F3AE-24FF-6C97C670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38A88F-0B28-B7F8-2E39-9648C075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B50EE8-F6CE-3994-3500-D89D2352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484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0C98D2-FBD2-1C99-7373-727D53D1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14C0BE-5417-72F7-9A1C-D964664F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02B2C1-E942-1AC4-F6DF-10A9043D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467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81B91-3257-D123-6C21-6D9ADCDF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1D0B49-778D-DB77-429C-4554B7D50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6177F-21FB-DDFE-B8D9-BBA068C3B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B85750-5297-3F11-843B-1A6A9219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04AE14-49FF-E5B3-F533-486FFA2B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4397CA-7E10-370D-2FF2-A9098FC3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763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F9637-5000-68B2-4B07-76802C41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21EBFA-D8DC-92D8-DE92-4502D9D7A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8432AA-3B31-312F-CBA7-8FBD039E9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2541B1-2BAF-3BCE-DB19-082E63D4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795EF2-10D5-1F72-9442-138DD41D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427B33-BAE1-C4F4-7433-4EEA1BB0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8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AE781-E303-E712-444A-06DB572C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F2B769-A4BC-2CF0-1D71-C9FB088AC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5737D-728E-0C83-74FD-F9BA0292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0E9AA-5480-23E2-4F91-5BBA7370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04AFD-3CC9-4CB2-E249-EE1522E3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054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066C3E-ECCE-4039-4C44-000C7B14B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568066-9CDA-18E4-EA37-317822480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786535-3C57-D3E3-343A-C9ED2AE2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05C040-7C03-7DF5-9C45-C3D515A00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AEB56D-15B7-6974-6B20-31FCDE5A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595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7588FE-C2B1-9748-5F4B-424351C5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2FBAA9-F2A3-959F-7D36-837985877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B8A9D3-4B15-DF71-1266-964D3C8ED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FD21E-C980-46DC-9E43-6C64DF0F21CF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8307AC-00AB-7B09-23FA-3C8EC0BDD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ED0A83-1F05-8D96-87DD-5C1CFE6C0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B4575-DA7A-4CA3-8F60-C023AB2E4F7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86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E039E2-8D9A-A968-78B0-40BC90031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73" y="643467"/>
            <a:ext cx="981685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798E75-5B85-AFF9-5448-E23C8AD18F35}"/>
              </a:ext>
            </a:extLst>
          </p:cNvPr>
          <p:cNvSpPr txBox="1"/>
          <p:nvPr/>
        </p:nvSpPr>
        <p:spPr>
          <a:xfrm>
            <a:off x="4678321" y="133350"/>
            <a:ext cx="2835357" cy="37940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Panel de control</a:t>
            </a:r>
          </a:p>
        </p:txBody>
      </p:sp>
    </p:spTree>
    <p:extLst>
      <p:ext uri="{BB962C8B-B14F-4D97-AF65-F5344CB8AC3E}">
        <p14:creationId xmlns:p14="http://schemas.microsoft.com/office/powerpoint/2010/main" val="337605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DC2637-03D8-4333-9C22-7F14B6F6C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100" y="643467"/>
            <a:ext cx="977379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9B5114-929B-A9C9-0855-DA6D9F879AC3}"/>
              </a:ext>
            </a:extLst>
          </p:cNvPr>
          <p:cNvSpPr txBox="1"/>
          <p:nvPr/>
        </p:nvSpPr>
        <p:spPr>
          <a:xfrm>
            <a:off x="4633119" y="143427"/>
            <a:ext cx="2925759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de copropietarios</a:t>
            </a:r>
          </a:p>
        </p:txBody>
      </p:sp>
    </p:spTree>
    <p:extLst>
      <p:ext uri="{BB962C8B-B14F-4D97-AF65-F5344CB8AC3E}">
        <p14:creationId xmlns:p14="http://schemas.microsoft.com/office/powerpoint/2010/main" val="394642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4864DE-53A7-C456-DDE5-99FA5CA3C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57" y="643467"/>
            <a:ext cx="960528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487998-4714-B39B-F78F-A11D0DB5D55E}"/>
              </a:ext>
            </a:extLst>
          </p:cNvPr>
          <p:cNvSpPr txBox="1"/>
          <p:nvPr/>
        </p:nvSpPr>
        <p:spPr>
          <a:xfrm>
            <a:off x="4583511" y="243969"/>
            <a:ext cx="3024978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de zonas comunes</a:t>
            </a:r>
          </a:p>
        </p:txBody>
      </p:sp>
    </p:spTree>
    <p:extLst>
      <p:ext uri="{BB962C8B-B14F-4D97-AF65-F5344CB8AC3E}">
        <p14:creationId xmlns:p14="http://schemas.microsoft.com/office/powerpoint/2010/main" val="331242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393796-752C-FAB2-A8C7-C36F6F023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6A1CDB-C937-7345-A04C-48677A9A1682}"/>
              </a:ext>
            </a:extLst>
          </p:cNvPr>
          <p:cNvSpPr txBox="1"/>
          <p:nvPr/>
        </p:nvSpPr>
        <p:spPr>
          <a:xfrm>
            <a:off x="4583511" y="243969"/>
            <a:ext cx="3024978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75454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D6F30F-9C76-F707-C0C7-DCB96ABA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093129"/>
            <a:ext cx="10905066" cy="267174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C2D895-53A7-A1A5-E175-26D476791952}"/>
              </a:ext>
            </a:extLst>
          </p:cNvPr>
          <p:cNvSpPr txBox="1"/>
          <p:nvPr/>
        </p:nvSpPr>
        <p:spPr>
          <a:xfrm>
            <a:off x="4583511" y="243969"/>
            <a:ext cx="3024978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Documental</a:t>
            </a:r>
          </a:p>
        </p:txBody>
      </p:sp>
    </p:spTree>
    <p:extLst>
      <p:ext uri="{BB962C8B-B14F-4D97-AF65-F5344CB8AC3E}">
        <p14:creationId xmlns:p14="http://schemas.microsoft.com/office/powerpoint/2010/main" val="2806888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11DC1D-AE77-2E90-73CF-3177B74B0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11673"/>
            <a:ext cx="10905066" cy="463465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B328EB-E593-6FF2-1561-B15D51EDBFD9}"/>
              </a:ext>
            </a:extLst>
          </p:cNvPr>
          <p:cNvSpPr txBox="1"/>
          <p:nvPr/>
        </p:nvSpPr>
        <p:spPr>
          <a:xfrm>
            <a:off x="4583511" y="243969"/>
            <a:ext cx="3024978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Financiera</a:t>
            </a:r>
          </a:p>
        </p:txBody>
      </p:sp>
    </p:spTree>
    <p:extLst>
      <p:ext uri="{BB962C8B-B14F-4D97-AF65-F5344CB8AC3E}">
        <p14:creationId xmlns:p14="http://schemas.microsoft.com/office/powerpoint/2010/main" val="272967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E13F00-87E5-4E76-A3A9-5759E44E3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43406"/>
            <a:ext cx="10905066" cy="417118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FC2C80-5DBF-C502-94E8-64294C5FC3CD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de visitas y paquetes</a:t>
            </a:r>
          </a:p>
        </p:txBody>
      </p:sp>
    </p:spTree>
    <p:extLst>
      <p:ext uri="{BB962C8B-B14F-4D97-AF65-F5344CB8AC3E}">
        <p14:creationId xmlns:p14="http://schemas.microsoft.com/office/powerpoint/2010/main" val="41201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439659-C619-B1BC-7A61-09A890FD6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20613"/>
            <a:ext cx="10905066" cy="381677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619C58-CA1A-0779-DCDF-63269017A7D0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de </a:t>
            </a:r>
            <a:r>
              <a:rPr lang="es-CO" b="1" dirty="0" err="1"/>
              <a:t>Vecimientos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84367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0CFFBE-8F93-5A2A-3593-8B1C2315A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61396"/>
            <a:ext cx="10905066" cy="313520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A30F0F-F6BA-0152-7664-46AB10BB2E08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Gestión de tareas</a:t>
            </a:r>
          </a:p>
        </p:txBody>
      </p:sp>
    </p:spTree>
    <p:extLst>
      <p:ext uri="{BB962C8B-B14F-4D97-AF65-F5344CB8AC3E}">
        <p14:creationId xmlns:p14="http://schemas.microsoft.com/office/powerpoint/2010/main" val="406880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597954-0A94-78B9-0F16-BE040D9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52" y="643467"/>
            <a:ext cx="1046209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C7D0A7-59EC-B498-288B-93FDF9D47C45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Configuración de PAIC</a:t>
            </a:r>
          </a:p>
        </p:txBody>
      </p:sp>
    </p:spTree>
    <p:extLst>
      <p:ext uri="{BB962C8B-B14F-4D97-AF65-F5344CB8AC3E}">
        <p14:creationId xmlns:p14="http://schemas.microsoft.com/office/powerpoint/2010/main" val="29579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D077F4-8A7E-5E69-C37C-3787184E8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044" y="643467"/>
            <a:ext cx="463791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10E176-D124-6EFB-528C-295E72F6762A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Soporte PAIC</a:t>
            </a:r>
          </a:p>
        </p:txBody>
      </p:sp>
    </p:spTree>
    <p:extLst>
      <p:ext uri="{BB962C8B-B14F-4D97-AF65-F5344CB8AC3E}">
        <p14:creationId xmlns:p14="http://schemas.microsoft.com/office/powerpoint/2010/main" val="253346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517BAD-3EC3-B1FB-9E67-BB587731E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D04D02-52A3-897F-783B-700822F77E93}"/>
              </a:ext>
            </a:extLst>
          </p:cNvPr>
          <p:cNvSpPr txBox="1"/>
          <p:nvPr/>
        </p:nvSpPr>
        <p:spPr>
          <a:xfrm>
            <a:off x="4468218" y="250158"/>
            <a:ext cx="3255564" cy="3693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Aprende PAIC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4076C0-25EF-7C0A-D718-48B2EC777116}"/>
              </a:ext>
            </a:extLst>
          </p:cNvPr>
          <p:cNvSpPr txBox="1"/>
          <p:nvPr/>
        </p:nvSpPr>
        <p:spPr>
          <a:xfrm>
            <a:off x="6915150" y="148117"/>
            <a:ext cx="4267200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b="1" dirty="0"/>
              <a:t>Ponte los audífonos y toma el tour guiado, te sorprenderá!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9E99C5F-2D7A-075A-FC52-81DAC6527946}"/>
              </a:ext>
            </a:extLst>
          </p:cNvPr>
          <p:cNvCxnSpPr>
            <a:cxnSpLocks/>
          </p:cNvCxnSpPr>
          <p:nvPr/>
        </p:nvCxnSpPr>
        <p:spPr>
          <a:xfrm>
            <a:off x="9161294" y="761796"/>
            <a:ext cx="563731" cy="2370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9736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46</Words>
  <Application>Microsoft Office PowerPoint</Application>
  <PresentationFormat>Panorámica</PresentationFormat>
  <Paragraphs>13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Héctor Mauricio Pineda</dc:creator>
  <cp:lastModifiedBy>Héctor Mauricio Pineda</cp:lastModifiedBy>
  <cp:revision>2</cp:revision>
  <dcterms:created xsi:type="dcterms:W3CDTF">2026-07-14T03:37:46Z</dcterms:created>
  <dcterms:modified xsi:type="dcterms:W3CDTF">2026-09-28T16:04:41Z</dcterms:modified>
</cp:coreProperties>
</file>