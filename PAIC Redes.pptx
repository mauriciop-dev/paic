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8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084AA7-4E96-6E9F-74DF-6CABB99DE8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D638198-59B1-D03F-7C74-8FDB2AC90E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4BC4C1-CFF9-021B-F45D-4DFB63136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B12B1D-9BBB-49E6-93C3-053B3E378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B1D585-915D-814E-DAC3-37C4F1F6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77369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0E11F-A038-9593-D9A2-BCC0CBCB2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FA5D582-A4B0-B4C7-E2CF-EFEE5E95F1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F89A99A-BDFC-27EA-C6D9-AA7238B3E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DA3C0C7-03C0-5324-8140-927EA55B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CEB13C8-EE62-F158-858C-5F47BA2BF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1717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39B99-849A-9D81-EDB5-E4AF5CB17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51A05EB-425F-0584-35C1-94D45F98A8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F4C013-1D29-3769-4291-118E22FB6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D6B7A4-17DF-1098-2ECD-9D610C19D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0B0FCC-D9B4-3C17-D9FB-435F8B6E4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39289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CA491-236D-B152-7298-97763BDA7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9EA5C7-1B35-2AB5-3296-744E3A8BCE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4024610-933E-FCED-A735-62149CE2B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D3D614E-09AA-64F1-04A0-DAD9F1E92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61FFAB1-1218-9E0C-1E88-D4995B95C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2170B9D-3796-488D-A608-073C08E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53110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B6BD2E-15BF-D4E5-130D-EFD5FE69A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A7FAF97-4895-747F-66DC-55886F31B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7290D18-DC12-6B1D-1B2F-F155CFC33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FA1C2B1-64C6-D9C3-47F7-81C158967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6C323B7-AA05-6185-FC14-AB813736D8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224F40A-9FB9-08E5-E3B1-F6DAE5D67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59FA97C-54E1-403C-CB74-16E75A29B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F6C5278-5B5E-37C2-6AC6-40B2907B6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58068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A6C8E-E2A8-CDFF-3AD5-A68CB4155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4D635B8-86EE-F3AE-24FF-6C97C670C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E38A88F-0B28-B7F8-2E39-9648C075F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4B50EE8-F6CE-3994-3500-D89D2352D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4848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40C98D2-FBD2-1C99-7373-727D53D11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B14C0BE-5417-72F7-9A1C-D964664F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02B2C1-E942-1AC4-F6DF-10A9043DF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04679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181B91-3257-D123-6C21-6D9ADCDF7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1D0B49-778D-DB77-429C-4554B7D50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316177F-21FB-DDFE-B8D9-BBA068C3B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BB85750-5297-3F11-843B-1A6A92193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04AE14-49FF-E5B3-F533-486FFA2BF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64397CA-7E10-370D-2FF2-A9098FC36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57636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F9637-5000-68B2-4B07-76802C410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321EBFA-D8DC-92D8-DE92-4502D9D7AB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08432AA-3B31-312F-CBA7-8FBD039E9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A2541B1-2BAF-3BCE-DB19-082E63D40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0795EF2-10D5-1F72-9442-138DD41D3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427B33-BAE1-C4F4-7433-4EEA1BB0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8685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1AE781-E303-E712-444A-06DB572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CF2B769-A4BC-2CF0-1D71-C9FB088AC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485737D-728E-0C83-74FD-F9BA02920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740E9AA-5480-23E2-4F91-5BBA73702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F004AFD-3CC9-4CB2-E249-EE1522E35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6054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8066C3E-ECCE-4039-4C44-000C7B14BB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568066-9CDA-18E4-EA37-31782248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B786535-3C57-D3E3-343A-C9ED2AE26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C05C040-7C03-7DF5-9C45-C3D515A00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DAEB56D-15B7-6974-6B20-31FCDE5A3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15956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37588FE-C2B1-9748-5F4B-424351C56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42FBAA9-F2A3-959F-7D36-837985877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DB8A9D3-4B15-DF71-1266-964D3C8ED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FD21E-C980-46DC-9E43-6C64DF0F21CF}" type="datetimeFigureOut">
              <a:rPr lang="es-CO" smtClean="0"/>
              <a:t>18/07/2026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8307AC-00AB-7B09-23FA-3C8EC0BDD6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ED0A83-1F05-8D96-87DD-5C1CFE6C00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B4575-DA7A-4CA3-8F60-C023AB2E4F7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2868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1F08D15-8F0D-71BF-A5DA-D67E251FF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4358" y="643467"/>
            <a:ext cx="5903283" cy="5571065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46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DE039E2-8D9A-A968-78B0-40BC90031E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573" y="643467"/>
            <a:ext cx="9816854" cy="5571065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F798E75-5B85-AFF9-5448-E23C8AD18F35}"/>
              </a:ext>
            </a:extLst>
          </p:cNvPr>
          <p:cNvSpPr txBox="1"/>
          <p:nvPr/>
        </p:nvSpPr>
        <p:spPr>
          <a:xfrm>
            <a:off x="4678321" y="133350"/>
            <a:ext cx="2835357" cy="379409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Panel de control</a:t>
            </a:r>
          </a:p>
        </p:txBody>
      </p:sp>
    </p:spTree>
    <p:extLst>
      <p:ext uri="{BB962C8B-B14F-4D97-AF65-F5344CB8AC3E}">
        <p14:creationId xmlns:p14="http://schemas.microsoft.com/office/powerpoint/2010/main" val="3376057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4DC2637-03D8-4333-9C22-7F14B6F6C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100" y="643467"/>
            <a:ext cx="9773799" cy="5571065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59B5114-929B-A9C9-0855-DA6D9F879AC3}"/>
              </a:ext>
            </a:extLst>
          </p:cNvPr>
          <p:cNvSpPr txBox="1"/>
          <p:nvPr/>
        </p:nvSpPr>
        <p:spPr>
          <a:xfrm>
            <a:off x="4633119" y="143427"/>
            <a:ext cx="2925759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Gestión de copropietarios</a:t>
            </a:r>
          </a:p>
        </p:txBody>
      </p:sp>
    </p:spTree>
    <p:extLst>
      <p:ext uri="{BB962C8B-B14F-4D97-AF65-F5344CB8AC3E}">
        <p14:creationId xmlns:p14="http://schemas.microsoft.com/office/powerpoint/2010/main" val="3946428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74864DE-53A7-C456-DDE5-99FA5CA3C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357" y="643467"/>
            <a:ext cx="9605286" cy="5571065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6487998-4714-B39B-F78F-A11D0DB5D55E}"/>
              </a:ext>
            </a:extLst>
          </p:cNvPr>
          <p:cNvSpPr txBox="1"/>
          <p:nvPr/>
        </p:nvSpPr>
        <p:spPr>
          <a:xfrm>
            <a:off x="4583511" y="243969"/>
            <a:ext cx="3024978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Gestión de zonas comunes</a:t>
            </a:r>
          </a:p>
        </p:txBody>
      </p:sp>
    </p:spTree>
    <p:extLst>
      <p:ext uri="{BB962C8B-B14F-4D97-AF65-F5344CB8AC3E}">
        <p14:creationId xmlns:p14="http://schemas.microsoft.com/office/powerpoint/2010/main" val="3312429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A393796-752C-FAB2-A8C7-C36F6F023F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879940"/>
            <a:ext cx="10905066" cy="5098119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F6A1CDB-C937-7345-A04C-48677A9A1682}"/>
              </a:ext>
            </a:extLst>
          </p:cNvPr>
          <p:cNvSpPr txBox="1"/>
          <p:nvPr/>
        </p:nvSpPr>
        <p:spPr>
          <a:xfrm>
            <a:off x="4583511" y="243969"/>
            <a:ext cx="3024978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Gestión Comunicaciones</a:t>
            </a:r>
          </a:p>
        </p:txBody>
      </p:sp>
    </p:spTree>
    <p:extLst>
      <p:ext uri="{BB962C8B-B14F-4D97-AF65-F5344CB8AC3E}">
        <p14:creationId xmlns:p14="http://schemas.microsoft.com/office/powerpoint/2010/main" val="3754545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BD6F30F-9C76-F707-C0C7-DCB96ABAB4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2093129"/>
            <a:ext cx="10905066" cy="2671740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CC2D895-53A7-A1A5-E175-26D476791952}"/>
              </a:ext>
            </a:extLst>
          </p:cNvPr>
          <p:cNvSpPr txBox="1"/>
          <p:nvPr/>
        </p:nvSpPr>
        <p:spPr>
          <a:xfrm>
            <a:off x="4583511" y="243969"/>
            <a:ext cx="3024978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Gestión Documental</a:t>
            </a:r>
          </a:p>
        </p:txBody>
      </p:sp>
    </p:spTree>
    <p:extLst>
      <p:ext uri="{BB962C8B-B14F-4D97-AF65-F5344CB8AC3E}">
        <p14:creationId xmlns:p14="http://schemas.microsoft.com/office/powerpoint/2010/main" val="2806888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F11DC1D-AE77-2E90-73CF-3177B74B0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111673"/>
            <a:ext cx="10905066" cy="4634652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BB328EB-E593-6FF2-1561-B15D51EDBFD9}"/>
              </a:ext>
            </a:extLst>
          </p:cNvPr>
          <p:cNvSpPr txBox="1"/>
          <p:nvPr/>
        </p:nvSpPr>
        <p:spPr>
          <a:xfrm>
            <a:off x="4583511" y="243969"/>
            <a:ext cx="3024978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Gestión Financiera</a:t>
            </a:r>
          </a:p>
        </p:txBody>
      </p:sp>
    </p:spTree>
    <p:extLst>
      <p:ext uri="{BB962C8B-B14F-4D97-AF65-F5344CB8AC3E}">
        <p14:creationId xmlns:p14="http://schemas.microsoft.com/office/powerpoint/2010/main" val="2729674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5E13F00-87E5-4E76-A3A9-5759E44E32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343406"/>
            <a:ext cx="10905066" cy="4171186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EFC2C80-5DBF-C502-94E8-64294C5FC3CD}"/>
              </a:ext>
            </a:extLst>
          </p:cNvPr>
          <p:cNvSpPr txBox="1"/>
          <p:nvPr/>
        </p:nvSpPr>
        <p:spPr>
          <a:xfrm>
            <a:off x="4468218" y="250158"/>
            <a:ext cx="3255564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Gestión de visitas y paquetes</a:t>
            </a:r>
          </a:p>
        </p:txBody>
      </p:sp>
    </p:spTree>
    <p:extLst>
      <p:ext uri="{BB962C8B-B14F-4D97-AF65-F5344CB8AC3E}">
        <p14:creationId xmlns:p14="http://schemas.microsoft.com/office/powerpoint/2010/main" val="412010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0439659-C619-B1BC-7A61-09A890FD60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520613"/>
            <a:ext cx="10905066" cy="3816772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2619C58-CA1A-0779-DCDF-63269017A7D0}"/>
              </a:ext>
            </a:extLst>
          </p:cNvPr>
          <p:cNvSpPr txBox="1"/>
          <p:nvPr/>
        </p:nvSpPr>
        <p:spPr>
          <a:xfrm>
            <a:off x="4468218" y="250158"/>
            <a:ext cx="3255564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Gestión de </a:t>
            </a:r>
            <a:r>
              <a:rPr lang="es-CO" b="1" dirty="0" err="1"/>
              <a:t>Vecimientos</a:t>
            </a:r>
            <a:endParaRPr lang="es-CO" b="1" dirty="0"/>
          </a:p>
        </p:txBody>
      </p:sp>
    </p:spTree>
    <p:extLst>
      <p:ext uri="{BB962C8B-B14F-4D97-AF65-F5344CB8AC3E}">
        <p14:creationId xmlns:p14="http://schemas.microsoft.com/office/powerpoint/2010/main" val="843671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E0CFFBE-8F93-5A2A-3593-8B1C2315A8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61396"/>
            <a:ext cx="10905066" cy="3135206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AA30F0F-F6BA-0152-7664-46AB10BB2E08}"/>
              </a:ext>
            </a:extLst>
          </p:cNvPr>
          <p:cNvSpPr txBox="1"/>
          <p:nvPr/>
        </p:nvSpPr>
        <p:spPr>
          <a:xfrm>
            <a:off x="4468218" y="250158"/>
            <a:ext cx="3255564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Gestión de tareas</a:t>
            </a:r>
          </a:p>
        </p:txBody>
      </p:sp>
    </p:spTree>
    <p:extLst>
      <p:ext uri="{BB962C8B-B14F-4D97-AF65-F5344CB8AC3E}">
        <p14:creationId xmlns:p14="http://schemas.microsoft.com/office/powerpoint/2010/main" val="40688094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2597954-0A94-78B9-0F16-BE040D931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952" y="643467"/>
            <a:ext cx="10462095" cy="5571065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BC7D0A7-59EC-B498-288B-93FDF9D47C45}"/>
              </a:ext>
            </a:extLst>
          </p:cNvPr>
          <p:cNvSpPr txBox="1"/>
          <p:nvPr/>
        </p:nvSpPr>
        <p:spPr>
          <a:xfrm>
            <a:off x="4468218" y="250158"/>
            <a:ext cx="3255564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Configuración de PAIC</a:t>
            </a:r>
          </a:p>
        </p:txBody>
      </p:sp>
    </p:spTree>
    <p:extLst>
      <p:ext uri="{BB962C8B-B14F-4D97-AF65-F5344CB8AC3E}">
        <p14:creationId xmlns:p14="http://schemas.microsoft.com/office/powerpoint/2010/main" val="295797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2D077F4-8A7E-5E69-C37C-3787184E8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7044" y="643467"/>
            <a:ext cx="4637911" cy="5571065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210E176-D124-6EFB-528C-295E72F6762A}"/>
              </a:ext>
            </a:extLst>
          </p:cNvPr>
          <p:cNvSpPr txBox="1"/>
          <p:nvPr/>
        </p:nvSpPr>
        <p:spPr>
          <a:xfrm>
            <a:off x="4468218" y="250158"/>
            <a:ext cx="3255564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Soporte PAIC</a:t>
            </a:r>
          </a:p>
        </p:txBody>
      </p:sp>
    </p:spTree>
    <p:extLst>
      <p:ext uri="{BB962C8B-B14F-4D97-AF65-F5344CB8AC3E}">
        <p14:creationId xmlns:p14="http://schemas.microsoft.com/office/powerpoint/2010/main" val="2533460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8517BAD-3EC3-B1FB-9E67-BB587731E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907203"/>
            <a:ext cx="10905066" cy="5043592"/>
          </a:xfrm>
          <a:prstGeom prst="rect">
            <a:avLst/>
          </a:prstGeom>
          <a:ln>
            <a:noFill/>
          </a:ln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4D04D02-52A3-897F-783B-700822F77E93}"/>
              </a:ext>
            </a:extLst>
          </p:cNvPr>
          <p:cNvSpPr txBox="1"/>
          <p:nvPr/>
        </p:nvSpPr>
        <p:spPr>
          <a:xfrm>
            <a:off x="4468218" y="250158"/>
            <a:ext cx="3255564" cy="369332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Aprende PAIC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D4076C0-25EF-7C0A-D718-48B2EC777116}"/>
              </a:ext>
            </a:extLst>
          </p:cNvPr>
          <p:cNvSpPr txBox="1"/>
          <p:nvPr/>
        </p:nvSpPr>
        <p:spPr>
          <a:xfrm>
            <a:off x="6915150" y="148117"/>
            <a:ext cx="4267200" cy="64633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CO" b="1" dirty="0"/>
              <a:t>Ponte los audífonos y toma el tour guiado, te sorprenderá!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E9E99C5F-2D7A-075A-FC52-81DAC6527946}"/>
              </a:ext>
            </a:extLst>
          </p:cNvPr>
          <p:cNvCxnSpPr>
            <a:cxnSpLocks/>
          </p:cNvCxnSpPr>
          <p:nvPr/>
        </p:nvCxnSpPr>
        <p:spPr>
          <a:xfrm>
            <a:off x="9161294" y="761796"/>
            <a:ext cx="563731" cy="23708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9736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46</Words>
  <Application>Microsoft Office PowerPoint</Application>
  <PresentationFormat>Panorámica</PresentationFormat>
  <Paragraphs>13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Héctor Mauricio Pineda</dc:creator>
  <cp:lastModifiedBy>Héctor Mauricio Pineda</cp:lastModifiedBy>
  <cp:revision>2</cp:revision>
  <dcterms:created xsi:type="dcterms:W3CDTF">2026-07-14T03:37:46Z</dcterms:created>
  <dcterms:modified xsi:type="dcterms:W3CDTF">2026-07-18T21:41:08Z</dcterms:modified>
</cp:coreProperties>
</file>